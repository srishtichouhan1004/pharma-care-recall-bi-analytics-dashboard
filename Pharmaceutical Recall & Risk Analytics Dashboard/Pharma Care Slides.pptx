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C4401-9930-04A7-78B9-11ACB365DF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8D2D88-0D84-744A-E663-DB3B6C01F4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C04C7-6294-C362-FCBF-5705507CE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27C0C-8323-47C1-BC82-1D768F7507E5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ECFDF-0EA3-7970-06FE-9DD694583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F1818-62A8-4844-3AF7-C509D79F4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BC3AA-CE82-465E-BAEE-9DFB882069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0856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97ECD-944F-109A-2829-9B217D7F4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E4E21-08E1-A603-93DF-4C09FEDB6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FBC94-074B-F5B3-5669-C37E19797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27C0C-8323-47C1-BC82-1D768F7507E5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98E72-C89E-C807-48BE-1843F6D00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DEEFB-A627-3E0E-8712-02CB6F5B2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BC3AA-CE82-465E-BAEE-9DFB882069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983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3868C-4E23-DA8C-B687-E06461B3C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42A690-5794-86D1-88B1-59068C322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7A68E-24CB-4B57-B61B-48EF3EAA9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27C0C-8323-47C1-BC82-1D768F7507E5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21D47-A7BC-CD73-9E75-F4BDE2C1D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2CD6B-9FB1-0288-00B6-899F9BF62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BC3AA-CE82-465E-BAEE-9DFB882069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673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3CF41-3246-6142-118F-3A1C99308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A66FA-82FC-FAAE-612B-0542A05614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2DB3C8-2101-77E9-AE2E-01C0431EFA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4BEB6B-6214-CFCF-7AB0-D5C43DABA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27C0C-8323-47C1-BC82-1D768F7507E5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45EA4E-75BE-809D-946A-7D6868E12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5AD095-BA9F-072B-EEB9-BFD628894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BC3AA-CE82-465E-BAEE-9DFB882069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8369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0F194-E791-38BD-EE9C-BB388FAF0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CD9AAF-9446-C120-40D9-1F12377B4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C970CA-392A-BE3A-08B6-5AE4FD1C8C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67F6FE-8965-DAAA-D999-A2713CCF27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990AF-0E07-8F5C-EC43-20F36F9B75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25036E-B1CE-9BA1-A53D-DE72CCCC1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27C0C-8323-47C1-BC82-1D768F7507E5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837A3B-A66A-05FA-C88F-6FEE0A6E9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D5027C-EC79-F8B6-0F3F-033F84D3E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BC3AA-CE82-465E-BAEE-9DFB882069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8728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1A5D0-394A-324F-4343-7F8503F81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13CFBB-699F-0C28-CDD4-13855422F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27C0C-8323-47C1-BC82-1D768F7507E5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8010EA-ED19-386F-3E9A-E0B4506AA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905837-9F0B-33D1-C43A-2A93995E1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BC3AA-CE82-465E-BAEE-9DFB882069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7251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BC1E12-45CF-322E-265C-D6F43AA59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27C0C-8323-47C1-BC82-1D768F7507E5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461F7B-0A17-B420-D4E0-BCB3E1E5E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040869-ACC9-7057-9635-586DC323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BC3AA-CE82-465E-BAEE-9DFB882069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133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743D2-AD45-5172-482C-FBA3246E7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C6DFE-A60F-0474-D5AA-C3020E805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4B00B6-2457-8DCB-EE32-14C3DE478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DC9747-D29C-EFA8-7A83-5ED719F90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27C0C-8323-47C1-BC82-1D768F7507E5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56AFC-A9D6-7652-4283-B0797FA62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3C7CB4-7237-9A24-5C71-F1B50381A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BC3AA-CE82-465E-BAEE-9DFB882069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3222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73AE0-1514-55FD-D7E4-6C877EBA6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481342-C986-C367-D793-F3CD30F179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6F9C02-84EC-4B35-599F-91B40ABAF0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43D188-18BE-4DC1-02F6-7B5FF4BDA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27C0C-8323-47C1-BC82-1D768F7507E5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564555-BA6E-DBB4-D302-FDCA9993D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3E9025-CD93-FB33-0EB4-832A5109E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BC3AA-CE82-465E-BAEE-9DFB882069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218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D3403-4256-D40C-8293-82E7BA596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D2641D-3548-D84A-6931-C5053BE375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99A74-3FF0-175A-0173-210C58391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27C0C-8323-47C1-BC82-1D768F7507E5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26502-E420-3C3C-2100-633D6CCB7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DE87E-434F-EE47-4385-1141C37A0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BC3AA-CE82-465E-BAEE-9DFB882069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161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366AFA-E61D-BB69-687F-713A222963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123DA6-674C-CB0B-E965-1037E5DD83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12DC7-B626-FE03-5CB9-98CDC7DE6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27C0C-8323-47C1-BC82-1D768F7507E5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80D3D-33B8-D086-E0BE-6F17CC481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E4719-F0AF-33CF-5A3A-802E5400D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BC3AA-CE82-465E-BAEE-9DFB882069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6285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CD5F52-7692-02A2-AF01-0F24CCE02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D54CCC-18DE-EFE7-5977-66DA43AA3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4D70B-968C-F88B-87FC-9202EC7569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627C0C-8323-47C1-BC82-1D768F7507E5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B21CD-3030-FBA4-791F-56DDDFF2E8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7D7D2-A85F-86CE-5F6C-60A6BE9363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7BC3AA-CE82-465E-BAEE-9DFB882069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295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9A981-9688-575B-8484-42BD165DEA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26FA6C-8C03-A2DD-2E2C-CCC17DF14E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FC04D8-5314-D8DD-52A7-332295C074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32" b="7004"/>
          <a:stretch>
            <a:fillRect/>
          </a:stretch>
        </p:blipFill>
        <p:spPr>
          <a:xfrm>
            <a:off x="0" y="358814"/>
            <a:ext cx="12192000" cy="6018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827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A6FC20-5143-6233-F0E1-F4B35A3380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64" b="6498"/>
          <a:stretch>
            <a:fillRect/>
          </a:stretch>
        </p:blipFill>
        <p:spPr>
          <a:xfrm>
            <a:off x="0" y="347241"/>
            <a:ext cx="12192000" cy="6065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124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4F33B5-68CE-0980-15E8-327DDB3578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94" b="7173"/>
          <a:stretch>
            <a:fillRect/>
          </a:stretch>
        </p:blipFill>
        <p:spPr>
          <a:xfrm>
            <a:off x="0" y="335667"/>
            <a:ext cx="12192000" cy="6030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305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0F8ED8-DB22-662B-AC53-4F4DDD9F7F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94" b="7173"/>
          <a:stretch>
            <a:fillRect/>
          </a:stretch>
        </p:blipFill>
        <p:spPr>
          <a:xfrm>
            <a:off x="0" y="335667"/>
            <a:ext cx="12192000" cy="6030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656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F30EB7-DDC2-C228-33D7-188034890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25" b="6835"/>
          <a:stretch>
            <a:fillRect/>
          </a:stretch>
        </p:blipFill>
        <p:spPr>
          <a:xfrm>
            <a:off x="0" y="324091"/>
            <a:ext cx="12192000" cy="6065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631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4D52E9-B153-642A-5710-40FA707081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64" b="6835"/>
          <a:stretch>
            <a:fillRect/>
          </a:stretch>
        </p:blipFill>
        <p:spPr>
          <a:xfrm>
            <a:off x="0" y="347241"/>
            <a:ext cx="12192000" cy="6041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804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86BB9A-7D4B-773B-47E9-58920EBF1F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64" b="6835"/>
          <a:stretch>
            <a:fillRect/>
          </a:stretch>
        </p:blipFill>
        <p:spPr>
          <a:xfrm>
            <a:off x="0" y="347241"/>
            <a:ext cx="12192000" cy="6041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281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0314F3-2F5D-DC5B-176A-977671B02A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94" b="6667"/>
          <a:stretch>
            <a:fillRect/>
          </a:stretch>
        </p:blipFill>
        <p:spPr>
          <a:xfrm>
            <a:off x="0" y="335667"/>
            <a:ext cx="12192000" cy="6065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497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306348-8A0B-1241-F274-3E3E3BB73E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32" b="7342"/>
          <a:stretch>
            <a:fillRect/>
          </a:stretch>
        </p:blipFill>
        <p:spPr>
          <a:xfrm>
            <a:off x="0" y="358815"/>
            <a:ext cx="12192000" cy="5995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573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EE3B3E-3276-243F-CABB-E938B4C8F1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0" b="7173"/>
          <a:stretch>
            <a:fillRect/>
          </a:stretch>
        </p:blipFill>
        <p:spPr>
          <a:xfrm>
            <a:off x="0" y="381965"/>
            <a:ext cx="12192000" cy="5984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615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78EEE8-C51B-8627-6168-6532BD5332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63" b="6666"/>
          <a:stretch>
            <a:fillRect/>
          </a:stretch>
        </p:blipFill>
        <p:spPr>
          <a:xfrm>
            <a:off x="0" y="347241"/>
            <a:ext cx="12192000" cy="6053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599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3CCDA1-8B1C-2899-9CEE-BA0110F74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94" b="6667"/>
          <a:stretch>
            <a:fillRect/>
          </a:stretch>
        </p:blipFill>
        <p:spPr>
          <a:xfrm>
            <a:off x="0" y="335667"/>
            <a:ext cx="12192000" cy="6065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810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CA7736-09E3-10B2-8A12-0D4EF236ED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89" b="7004"/>
          <a:stretch>
            <a:fillRect/>
          </a:stretch>
        </p:blipFill>
        <p:spPr>
          <a:xfrm>
            <a:off x="0" y="300942"/>
            <a:ext cx="12192000" cy="607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000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0DFA4F-5411-D7A4-291E-0A358AB7EF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57" b="6836"/>
          <a:stretch>
            <a:fillRect/>
          </a:stretch>
        </p:blipFill>
        <p:spPr>
          <a:xfrm>
            <a:off x="0" y="312516"/>
            <a:ext cx="12192000" cy="607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657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srishti chouhan</dc:creator>
  <cp:lastModifiedBy>srishti chouhan</cp:lastModifiedBy>
  <cp:revision>1</cp:revision>
  <dcterms:created xsi:type="dcterms:W3CDTF">2026-09-21T09:24:03Z</dcterms:created>
  <dcterms:modified xsi:type="dcterms:W3CDTF">2026-09-21T09:32:29Z</dcterms:modified>
</cp:coreProperties>
</file>